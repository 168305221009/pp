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A4EE-3044-44D1-9F30-89340C608E95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0901-4C01-4909-9D97-0888A8621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20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A4EE-3044-44D1-9F30-89340C608E95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0901-4C01-4909-9D97-0888A8621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028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A4EE-3044-44D1-9F30-89340C608E95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0901-4C01-4909-9D97-0888A8621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53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A4EE-3044-44D1-9F30-89340C608E95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0901-4C01-4909-9D97-0888A8621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970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A4EE-3044-44D1-9F30-89340C608E95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0901-4C01-4909-9D97-0888A8621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80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A4EE-3044-44D1-9F30-89340C608E95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0901-4C01-4909-9D97-0888A8621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54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A4EE-3044-44D1-9F30-89340C608E95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0901-4C01-4909-9D97-0888A8621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34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A4EE-3044-44D1-9F30-89340C608E95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0901-4C01-4909-9D97-0888A8621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364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A4EE-3044-44D1-9F30-89340C608E95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0901-4C01-4909-9D97-0888A8621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51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A4EE-3044-44D1-9F30-89340C608E95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0901-4C01-4909-9D97-0888A8621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16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A4EE-3044-44D1-9F30-89340C608E95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0901-4C01-4909-9D97-0888A8621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DA4EE-3044-44D1-9F30-89340C608E95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70901-4C01-4909-9D97-0888A8621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27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Wan </a:t>
            </a:r>
            <a:r>
              <a:rPr lang="en-US" smtClean="0"/>
              <a:t>dee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27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Wan dee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Wan dee</dc:title>
  <dc:creator>ISBCNB-20045-0027</dc:creator>
  <cp:lastModifiedBy>ISBCNB-20045-0027</cp:lastModifiedBy>
  <cp:revision>1</cp:revision>
  <dcterms:created xsi:type="dcterms:W3CDTF">2026-09-22T03:29:14Z</dcterms:created>
  <dcterms:modified xsi:type="dcterms:W3CDTF">2026-09-22T03:29:25Z</dcterms:modified>
</cp:coreProperties>
</file>