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3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20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028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153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970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580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054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234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64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251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160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36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EDA4EE-3044-44D1-9F30-89340C608E9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70901-4C01-4909-9D97-0888A8621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27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Wan </a:t>
            </a:r>
            <a:r>
              <a:rPr lang="en-US" smtClean="0"/>
              <a:t>dee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mtClean="0"/>
              <a:t>wow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327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Wan dee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Wan dee</dc:title>
  <dc:creator>ISBCNB-20045-0027</dc:creator>
  <cp:lastModifiedBy>ISBCNB-20045-0027</cp:lastModifiedBy>
  <cp:revision>2</cp:revision>
  <dcterms:created xsi:type="dcterms:W3CDTF">2026-09-22T03:29:14Z</dcterms:created>
  <dcterms:modified xsi:type="dcterms:W3CDTF">2026-09-22T03:38:30Z</dcterms:modified>
</cp:coreProperties>
</file>